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9"/>
    <p:restoredTop sz="94648"/>
  </p:normalViewPr>
  <p:slideViewPr>
    <p:cSldViewPr snapToGrid="0" snapToObjects="1">
      <p:cViewPr varScale="1">
        <p:scale>
          <a:sx n="121" d="100"/>
          <a:sy n="12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B4AD2-0CA0-C64E-AA86-C2225DB5905B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F28F4-C7F2-CC41-84BF-5F2FE4DAE69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998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7D536B-BE07-084A-A1D1-D8CE0EA4B1E3}" type="datetimeFigureOut">
              <a:rPr lang="es-ES_tradnl" smtClean="0"/>
              <a:t>28/4/17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227E8E8-1290-A842-B274-6645A483B8D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232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 smtClean="0"/>
              <a:t>Clasificación de los SO</a:t>
            </a:r>
            <a:endParaRPr lang="es-ES_trad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140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Por el servicio ofrecido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69" y="2638425"/>
            <a:ext cx="6257663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9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Multiproceso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Simétricos</a:t>
            </a:r>
            <a:r>
              <a:rPr lang="en-US" dirty="0"/>
              <a:t>, </a:t>
            </a:r>
            <a:r>
              <a:rPr lang="en-US" dirty="0" err="1" smtClean="0"/>
              <a:t>distribuyen</a:t>
            </a:r>
            <a:r>
              <a:rPr lang="en-US" dirty="0" smtClean="0"/>
              <a:t> </a:t>
            </a:r>
            <a:r>
              <a:rPr lang="en-US" dirty="0"/>
              <a:t>la </a:t>
            </a:r>
            <a:r>
              <a:rPr lang="en-US" dirty="0" err="1"/>
              <a:t>carga</a:t>
            </a:r>
            <a:r>
              <a:rPr lang="en-US" dirty="0"/>
              <a:t> de </a:t>
            </a:r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entre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procesadores</a:t>
            </a:r>
            <a:r>
              <a:rPr lang="en-US" dirty="0"/>
              <a:t> </a:t>
            </a:r>
            <a:r>
              <a:rPr lang="en-US" dirty="0" err="1"/>
              <a:t>existentes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err="1" smtClean="0"/>
              <a:t>Asimétricos</a:t>
            </a:r>
            <a:r>
              <a:rPr lang="en-US" dirty="0"/>
              <a:t>, </a:t>
            </a:r>
            <a:r>
              <a:rPr lang="en-US" dirty="0" smtClean="0"/>
              <a:t>(</a:t>
            </a:r>
            <a:r>
              <a:rPr lang="en-US" i="1" dirty="0" smtClean="0"/>
              <a:t>Windows NT)</a:t>
            </a:r>
            <a:r>
              <a:rPr lang="en-US" dirty="0" smtClean="0"/>
              <a:t>, </a:t>
            </a:r>
            <a:r>
              <a:rPr lang="en-US" dirty="0" err="1"/>
              <a:t>asignan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 smtClean="0"/>
              <a:t>tarea</a:t>
            </a:r>
            <a:r>
              <a:rPr lang="en-US" dirty="0" smtClean="0"/>
              <a:t> de </a:t>
            </a:r>
            <a:r>
              <a:rPr lang="en-US" dirty="0" err="1" smtClean="0"/>
              <a:t>alta</a:t>
            </a:r>
            <a:r>
              <a:rPr lang="en-US" dirty="0" smtClean="0"/>
              <a:t> </a:t>
            </a:r>
            <a:r>
              <a:rPr lang="en-US" dirty="0" err="1" smtClean="0"/>
              <a:t>prioridad</a:t>
            </a:r>
            <a:r>
              <a:rPr lang="en-US" dirty="0" smtClean="0"/>
              <a:t> a un </a:t>
            </a:r>
            <a:r>
              <a:rPr lang="en-US" dirty="0" err="1" smtClean="0"/>
              <a:t>procesador</a:t>
            </a:r>
            <a:r>
              <a:rPr lang="en-US" dirty="0" smtClean="0"/>
              <a:t> y </a:t>
            </a:r>
            <a:r>
              <a:rPr lang="en-US" dirty="0"/>
              <a:t>el resto de </a:t>
            </a:r>
            <a:r>
              <a:rPr lang="en-US" dirty="0" err="1"/>
              <a:t>tareas</a:t>
            </a:r>
            <a:r>
              <a:rPr lang="en-US" dirty="0"/>
              <a:t> </a:t>
            </a:r>
            <a:r>
              <a:rPr lang="en-US" dirty="0" smtClean="0"/>
              <a:t>se </a:t>
            </a:r>
            <a:r>
              <a:rPr lang="en-US" dirty="0" err="1"/>
              <a:t>ejecutan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único</a:t>
            </a:r>
            <a:r>
              <a:rPr lang="en-US" dirty="0"/>
              <a:t> </a:t>
            </a:r>
            <a:r>
              <a:rPr lang="en-US" dirty="0" err="1"/>
              <a:t>procesador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/>
              <a:t>U</a:t>
            </a:r>
            <a:r>
              <a:rPr lang="en-US" dirty="0" smtClean="0"/>
              <a:t>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biprocesador</a:t>
            </a:r>
            <a:r>
              <a:rPr lang="en-US" dirty="0"/>
              <a:t> </a:t>
            </a:r>
            <a:r>
              <a:rPr lang="en-US" dirty="0" err="1"/>
              <a:t>asimétrico</a:t>
            </a:r>
            <a:r>
              <a:rPr lang="en-US" dirty="0"/>
              <a:t> </a:t>
            </a:r>
            <a:r>
              <a:rPr lang="en-US" dirty="0" err="1"/>
              <a:t>ejecutaría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dirty="0" err="1"/>
              <a:t>tarea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procesador</a:t>
            </a:r>
            <a:r>
              <a:rPr lang="en-US" dirty="0"/>
              <a:t> y el resto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otro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19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POR LA FORMA DE OFRECER LOS </a:t>
            </a:r>
            <a:r>
              <a:rPr lang="en-US" b="1" dirty="0" smtClean="0"/>
              <a:t>SERVICIOS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83777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centralizados</a:t>
            </a:r>
            <a:r>
              <a:rPr lang="en-US" b="1" dirty="0"/>
              <a:t> </a:t>
            </a:r>
            <a:r>
              <a:rPr lang="en-US" dirty="0" err="1"/>
              <a:t>computadores</a:t>
            </a:r>
            <a:r>
              <a:rPr lang="en-US" dirty="0"/>
              <a:t> </a:t>
            </a:r>
            <a:r>
              <a:rPr lang="en-US" i="1" dirty="0"/>
              <a:t>mainframe </a:t>
            </a:r>
            <a:r>
              <a:rPr lang="en-US" dirty="0"/>
              <a:t>se </a:t>
            </a:r>
            <a:r>
              <a:rPr lang="en-US" dirty="0" err="1"/>
              <a:t>encargaban</a:t>
            </a:r>
            <a:r>
              <a:rPr lang="en-US" dirty="0"/>
              <a:t> de </a:t>
            </a:r>
            <a:r>
              <a:rPr lang="en-US" dirty="0" err="1"/>
              <a:t>todo</a:t>
            </a:r>
            <a:r>
              <a:rPr lang="en-US" dirty="0"/>
              <a:t> el </a:t>
            </a:r>
            <a:r>
              <a:rPr lang="en-US" dirty="0" err="1"/>
              <a:t>procesamiento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</a:t>
            </a:r>
            <a:r>
              <a:rPr lang="en-US" dirty="0" err="1"/>
              <a:t>manejaban</a:t>
            </a:r>
            <a:r>
              <a:rPr lang="en-US" dirty="0"/>
              <a:t> </a:t>
            </a:r>
            <a:r>
              <a:rPr lang="en-US" dirty="0" err="1"/>
              <a:t>únicamente</a:t>
            </a:r>
            <a:r>
              <a:rPr lang="en-US" dirty="0"/>
              <a:t> </a:t>
            </a:r>
            <a:r>
              <a:rPr lang="en-US" dirty="0" err="1"/>
              <a:t>terminales</a:t>
            </a:r>
            <a:r>
              <a:rPr lang="en-US" dirty="0"/>
              <a:t> </a:t>
            </a:r>
            <a:r>
              <a:rPr lang="en-US" i="1" dirty="0" err="1"/>
              <a:t>tontos</a:t>
            </a:r>
            <a:r>
              <a:rPr lang="en-US" i="1" dirty="0"/>
              <a:t> </a:t>
            </a:r>
            <a:endParaRPr lang="en-US" dirty="0"/>
          </a:p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distribuidos</a:t>
            </a:r>
            <a:r>
              <a:rPr lang="en-US" b="1" dirty="0"/>
              <a:t>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distribuir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trabajos</a:t>
            </a:r>
            <a:r>
              <a:rPr lang="en-US" dirty="0"/>
              <a:t>, </a:t>
            </a:r>
            <a:r>
              <a:rPr lang="en-US" dirty="0" err="1"/>
              <a:t>tareas</a:t>
            </a:r>
            <a:r>
              <a:rPr lang="en-US" dirty="0"/>
              <a:t> o </a:t>
            </a:r>
            <a:r>
              <a:rPr lang="en-US" dirty="0" err="1"/>
              <a:t>procesos</a:t>
            </a:r>
            <a:r>
              <a:rPr lang="en-US" dirty="0"/>
              <a:t> entre un </a:t>
            </a:r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procesadores</a:t>
            </a:r>
            <a:r>
              <a:rPr lang="en-US" dirty="0"/>
              <a:t>.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ocurrir</a:t>
            </a:r>
            <a:r>
              <a:rPr lang="en-US" dirty="0"/>
              <a:t> que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procesadores</a:t>
            </a:r>
            <a:r>
              <a:rPr lang="en-US" dirty="0"/>
              <a:t> se </a:t>
            </a:r>
            <a:r>
              <a:rPr lang="en-US" dirty="0" err="1"/>
              <a:t>encuentren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equipo</a:t>
            </a:r>
            <a:r>
              <a:rPr lang="en-US" dirty="0"/>
              <a:t> 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 </a:t>
            </a:r>
            <a:r>
              <a:rPr lang="en-US" dirty="0" err="1" smtClean="0"/>
              <a:t>distintos</a:t>
            </a:r>
            <a:r>
              <a:rPr lang="en-US" dirty="0" smtClean="0"/>
              <a:t>.</a:t>
            </a:r>
          </a:p>
          <a:p>
            <a:pPr lvl="1"/>
            <a:r>
              <a:rPr lang="en-US" i="1" dirty="0"/>
              <a:t>Sprite</a:t>
            </a:r>
            <a:r>
              <a:rPr lang="en-US" dirty="0"/>
              <a:t>, </a:t>
            </a:r>
            <a:r>
              <a:rPr lang="en-US" i="1" dirty="0"/>
              <a:t>Solaris-MC</a:t>
            </a:r>
            <a:r>
              <a:rPr lang="en-US" dirty="0"/>
              <a:t>, </a:t>
            </a:r>
            <a:r>
              <a:rPr lang="en-US" i="1" dirty="0"/>
              <a:t>Mach</a:t>
            </a:r>
            <a:r>
              <a:rPr lang="en-US" dirty="0"/>
              <a:t>, </a:t>
            </a:r>
            <a:r>
              <a:rPr lang="en-US" i="1" dirty="0"/>
              <a:t>Chorus</a:t>
            </a:r>
            <a:r>
              <a:rPr lang="en-US" dirty="0"/>
              <a:t>, </a:t>
            </a:r>
            <a:r>
              <a:rPr lang="en-US" i="1" dirty="0"/>
              <a:t>Spring</a:t>
            </a:r>
            <a:r>
              <a:rPr lang="en-US" dirty="0"/>
              <a:t>, </a:t>
            </a:r>
            <a:r>
              <a:rPr lang="en-US" i="1" dirty="0"/>
              <a:t>Amoeba</a:t>
            </a:r>
            <a:r>
              <a:rPr lang="en-US" dirty="0"/>
              <a:t>, </a:t>
            </a:r>
            <a:r>
              <a:rPr lang="en-US" i="1" dirty="0"/>
              <a:t>Taos</a:t>
            </a:r>
            <a:r>
              <a:rPr lang="en-US" dirty="0"/>
              <a:t>, </a:t>
            </a:r>
            <a:r>
              <a:rPr lang="en-US" dirty="0" smtClean="0"/>
              <a:t>etc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operativos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red </a:t>
            </a:r>
            <a:r>
              <a:rPr lang="en-US" dirty="0" err="1"/>
              <a:t>mantienen</a:t>
            </a:r>
            <a:r>
              <a:rPr lang="en-US" dirty="0"/>
              <a:t> a dos o </a:t>
            </a:r>
            <a:r>
              <a:rPr lang="en-US" dirty="0" err="1"/>
              <a:t>más</a:t>
            </a:r>
            <a:r>
              <a:rPr lang="en-US" dirty="0"/>
              <a:t> </a:t>
            </a:r>
            <a:r>
              <a:rPr lang="en-US" dirty="0" err="1"/>
              <a:t>computadoras</a:t>
            </a:r>
            <a:r>
              <a:rPr lang="en-US" dirty="0"/>
              <a:t> </a:t>
            </a:r>
            <a:r>
              <a:rPr lang="en-US" dirty="0" err="1"/>
              <a:t>unidas</a:t>
            </a:r>
            <a:r>
              <a:rPr lang="en-US" dirty="0"/>
              <a:t> a </a:t>
            </a:r>
            <a:r>
              <a:rPr lang="en-US" dirty="0" err="1"/>
              <a:t>través</a:t>
            </a:r>
            <a:r>
              <a:rPr lang="en-US" dirty="0"/>
              <a:t> de </a:t>
            </a:r>
            <a:r>
              <a:rPr lang="en-US" dirty="0" err="1"/>
              <a:t>algún</a:t>
            </a:r>
            <a:r>
              <a:rPr lang="en-US" dirty="0"/>
              <a:t> </a:t>
            </a:r>
            <a:r>
              <a:rPr lang="en-US" dirty="0" err="1"/>
              <a:t>medio</a:t>
            </a:r>
            <a:r>
              <a:rPr lang="en-US" dirty="0"/>
              <a:t> de </a:t>
            </a:r>
            <a:r>
              <a:rPr lang="en-US" dirty="0" err="1" smtClean="0"/>
              <a:t>comunicación</a:t>
            </a:r>
            <a:r>
              <a:rPr lang="en-US" dirty="0" smtClean="0"/>
              <a:t>, con </a:t>
            </a:r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primordial de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y la </a:t>
            </a:r>
            <a:r>
              <a:rPr lang="en-US" dirty="0" err="1"/>
              <a:t>información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entorno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computador</a:t>
            </a:r>
            <a:r>
              <a:rPr lang="en-US" dirty="0"/>
              <a:t> </a:t>
            </a:r>
            <a:r>
              <a:rPr lang="en-US" dirty="0" err="1"/>
              <a:t>mantiene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propio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operativo</a:t>
            </a:r>
            <a:r>
              <a:rPr lang="en-US" dirty="0"/>
              <a:t> 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propio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archivos</a:t>
            </a:r>
            <a:r>
              <a:rPr lang="en-US" dirty="0"/>
              <a:t> local. </a:t>
            </a:r>
            <a:endParaRPr lang="en-US" dirty="0"/>
          </a:p>
          <a:p>
            <a:pPr lvl="1"/>
            <a:r>
              <a:rPr lang="en-US" i="1" dirty="0" smtClean="0"/>
              <a:t>Novell </a:t>
            </a:r>
            <a:r>
              <a:rPr lang="en-US" i="1" dirty="0"/>
              <a:t>NetWare</a:t>
            </a:r>
            <a:r>
              <a:rPr lang="en-US" dirty="0"/>
              <a:t>, </a:t>
            </a:r>
            <a:r>
              <a:rPr lang="en-US" i="1" dirty="0"/>
              <a:t>Windows Server</a:t>
            </a:r>
            <a:r>
              <a:rPr lang="en-US" dirty="0"/>
              <a:t>, </a:t>
            </a:r>
            <a:r>
              <a:rPr lang="en-US" i="1" dirty="0"/>
              <a:t>Linux Server</a:t>
            </a:r>
            <a:r>
              <a:rPr lang="en-US" dirty="0"/>
              <a:t>, etc. </a:t>
            </a:r>
            <a:endParaRPr lang="en-US" dirty="0" smtClean="0"/>
          </a:p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operatorios</a:t>
            </a:r>
            <a:r>
              <a:rPr lang="en-US" b="1" dirty="0"/>
              <a:t> de </a:t>
            </a:r>
            <a:r>
              <a:rPr lang="en-US" b="1" dirty="0" err="1"/>
              <a:t>escritorio</a:t>
            </a:r>
            <a:r>
              <a:rPr lang="en-US" dirty="0"/>
              <a:t>. </a:t>
            </a:r>
            <a:r>
              <a:rPr lang="en-US" dirty="0" smtClean="0"/>
              <a:t>se </a:t>
            </a:r>
            <a:r>
              <a:rPr lang="en-US" dirty="0" err="1"/>
              <a:t>utilizan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 de </a:t>
            </a:r>
            <a:r>
              <a:rPr lang="en-US" dirty="0" err="1"/>
              <a:t>sobremesa</a:t>
            </a:r>
            <a:r>
              <a:rPr lang="en-US" dirty="0"/>
              <a:t>, </a:t>
            </a:r>
            <a:r>
              <a:rPr lang="en-US" dirty="0" err="1"/>
              <a:t>estaciones</a:t>
            </a:r>
            <a:r>
              <a:rPr lang="en-US" dirty="0"/>
              <a:t> de </a:t>
            </a:r>
            <a:r>
              <a:rPr lang="en-US" dirty="0" err="1"/>
              <a:t>trabajo</a:t>
            </a:r>
            <a:r>
              <a:rPr lang="en-US" dirty="0"/>
              <a:t> o </a:t>
            </a:r>
            <a:r>
              <a:rPr lang="en-US" dirty="0" err="1" smtClean="0"/>
              <a:t>portátiles</a:t>
            </a:r>
            <a:r>
              <a:rPr lang="en-US" dirty="0" smtClean="0"/>
              <a:t>. </a:t>
            </a:r>
          </a:p>
          <a:p>
            <a:pPr lvl="1"/>
            <a:r>
              <a:rPr lang="en-US" i="1" dirty="0" smtClean="0"/>
              <a:t>Windows </a:t>
            </a:r>
            <a:r>
              <a:rPr lang="en-US" i="1" dirty="0"/>
              <a:t>XP Professional</a:t>
            </a:r>
            <a:r>
              <a:rPr lang="en-US" dirty="0"/>
              <a:t>, </a:t>
            </a:r>
            <a:r>
              <a:rPr lang="en-US" i="1" dirty="0"/>
              <a:t>Windows Vista</a:t>
            </a:r>
            <a:r>
              <a:rPr lang="en-US" dirty="0"/>
              <a:t>, </a:t>
            </a:r>
            <a:r>
              <a:rPr lang="en-US" i="1" dirty="0"/>
              <a:t>Windows 7 </a:t>
            </a:r>
            <a:r>
              <a:rPr lang="en-US" dirty="0"/>
              <a:t>y </a:t>
            </a:r>
            <a:r>
              <a:rPr lang="en-US" i="1" dirty="0"/>
              <a:t>Linux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6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POR SU </a:t>
            </a:r>
            <a:r>
              <a:rPr lang="en-US" b="1" dirty="0" smtClean="0"/>
              <a:t>DISPONIBILIDAD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operativos</a:t>
            </a:r>
            <a:r>
              <a:rPr lang="en-US" b="1" dirty="0"/>
              <a:t> </a:t>
            </a:r>
            <a:r>
              <a:rPr lang="en-US" b="1" dirty="0" err="1"/>
              <a:t>propietarios</a:t>
            </a:r>
            <a:r>
              <a:rPr lang="en-US" dirty="0"/>
              <a:t>. </a:t>
            </a:r>
            <a:r>
              <a:rPr lang="en-US" dirty="0" err="1"/>
              <a:t>necesitan</a:t>
            </a:r>
            <a:r>
              <a:rPr lang="en-US" dirty="0"/>
              <a:t> </a:t>
            </a:r>
            <a:r>
              <a:rPr lang="en-US" dirty="0" err="1"/>
              <a:t>licencias</a:t>
            </a:r>
            <a:r>
              <a:rPr lang="en-US" b="1" dirty="0"/>
              <a:t> </a:t>
            </a:r>
            <a:endParaRPr lang="en-US" dirty="0"/>
          </a:p>
          <a:p>
            <a:r>
              <a:rPr lang="en-US" b="1" dirty="0" err="1"/>
              <a:t>Sistemas</a:t>
            </a:r>
            <a:r>
              <a:rPr lang="en-US" b="1" dirty="0"/>
              <a:t> </a:t>
            </a:r>
            <a:r>
              <a:rPr lang="en-US" b="1" dirty="0" err="1"/>
              <a:t>operativos</a:t>
            </a:r>
            <a:r>
              <a:rPr lang="en-US" b="1" dirty="0"/>
              <a:t> </a:t>
            </a:r>
            <a:r>
              <a:rPr lang="en-US" b="1" dirty="0" err="1"/>
              <a:t>libres</a:t>
            </a:r>
            <a:r>
              <a:rPr lang="en-US" b="1" dirty="0"/>
              <a:t> </a:t>
            </a:r>
            <a:r>
              <a:rPr lang="en-US" dirty="0"/>
              <a:t>software de </a:t>
            </a:r>
            <a:r>
              <a:rPr lang="en-US" dirty="0" err="1"/>
              <a:t>código</a:t>
            </a:r>
            <a:r>
              <a:rPr lang="en-US" dirty="0"/>
              <a:t> </a:t>
            </a:r>
            <a:r>
              <a:rPr lang="en-US" dirty="0" err="1" smtClean="0"/>
              <a:t>abierto</a:t>
            </a:r>
            <a:r>
              <a:rPr lang="en-US" dirty="0" smtClean="0"/>
              <a:t>. Libertad para:</a:t>
            </a:r>
          </a:p>
          <a:p>
            <a:pPr lvl="1"/>
            <a:r>
              <a:rPr lang="en-US" dirty="0" err="1"/>
              <a:t>U</a:t>
            </a:r>
            <a:r>
              <a:rPr lang="en-US" dirty="0" err="1" smtClean="0"/>
              <a:t>sar</a:t>
            </a:r>
            <a:r>
              <a:rPr lang="en-US" dirty="0" smtClean="0"/>
              <a:t> </a:t>
            </a:r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con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propósito</a:t>
            </a:r>
            <a:r>
              <a:rPr lang="en-US" dirty="0"/>
              <a:t>. </a:t>
            </a:r>
          </a:p>
          <a:p>
            <a:pPr lvl="1"/>
            <a:r>
              <a:rPr lang="en-US" dirty="0" err="1" smtClean="0"/>
              <a:t>Estudiar</a:t>
            </a:r>
            <a:r>
              <a:rPr lang="en-US" dirty="0" smtClean="0"/>
              <a:t> </a:t>
            </a:r>
            <a:r>
              <a:rPr lang="en-US" dirty="0" err="1"/>
              <a:t>cómo</a:t>
            </a:r>
            <a:r>
              <a:rPr lang="en-US" dirty="0"/>
              <a:t> </a:t>
            </a:r>
            <a:r>
              <a:rPr lang="en-US" dirty="0" err="1"/>
              <a:t>funciona</a:t>
            </a:r>
            <a:r>
              <a:rPr lang="en-US" dirty="0"/>
              <a:t> el </a:t>
            </a:r>
            <a:r>
              <a:rPr lang="en-US" dirty="0" err="1"/>
              <a:t>programa</a:t>
            </a:r>
            <a:r>
              <a:rPr lang="en-US" dirty="0"/>
              <a:t> y </a:t>
            </a:r>
            <a:r>
              <a:rPr lang="en-US" dirty="0" err="1"/>
              <a:t>modificarlo</a:t>
            </a:r>
            <a:r>
              <a:rPr lang="en-US" dirty="0"/>
              <a:t>, </a:t>
            </a:r>
            <a:r>
              <a:rPr lang="en-US" dirty="0" err="1" smtClean="0"/>
              <a:t>adaptándolo</a:t>
            </a:r>
            <a:r>
              <a:rPr lang="en-US" dirty="0" smtClean="0"/>
              <a:t> </a:t>
            </a:r>
            <a:r>
              <a:rPr lang="en-US" dirty="0"/>
              <a:t>a las </a:t>
            </a:r>
            <a:r>
              <a:rPr lang="en-US" dirty="0" err="1"/>
              <a:t>necesidades</a:t>
            </a:r>
            <a:r>
              <a:rPr lang="en-US" dirty="0"/>
              <a:t> que </a:t>
            </a:r>
            <a:r>
              <a:rPr lang="en-US" dirty="0" err="1"/>
              <a:t>tuviera</a:t>
            </a:r>
            <a:r>
              <a:rPr lang="en-US" dirty="0"/>
              <a:t> el </a:t>
            </a:r>
            <a:r>
              <a:rPr lang="en-US" dirty="0" err="1"/>
              <a:t>usuario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D</a:t>
            </a:r>
            <a:r>
              <a:rPr lang="en-US" dirty="0" err="1" smtClean="0"/>
              <a:t>istribuir</a:t>
            </a:r>
            <a:r>
              <a:rPr lang="en-US" dirty="0" smtClean="0"/>
              <a:t> </a:t>
            </a:r>
            <a:r>
              <a:rPr lang="en-US" dirty="0" err="1"/>
              <a:t>copias</a:t>
            </a:r>
            <a:r>
              <a:rPr lang="en-US" dirty="0"/>
              <a:t> del </a:t>
            </a:r>
            <a:r>
              <a:rPr lang="en-US" dirty="0" err="1"/>
              <a:t>programa</a:t>
            </a:r>
            <a:r>
              <a:rPr lang="en-US" dirty="0"/>
              <a:t>, con lo que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ayudar</a:t>
            </a:r>
            <a:r>
              <a:rPr lang="en-US" dirty="0"/>
              <a:t> a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. </a:t>
            </a:r>
          </a:p>
          <a:p>
            <a:pPr lvl="1"/>
            <a:r>
              <a:rPr lang="en-US" dirty="0" err="1" smtClean="0"/>
              <a:t>Mejorar</a:t>
            </a:r>
            <a:r>
              <a:rPr lang="en-US" dirty="0" smtClean="0"/>
              <a:t> </a:t>
            </a:r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y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públicas</a:t>
            </a:r>
            <a:r>
              <a:rPr lang="en-US" dirty="0"/>
              <a:t> </a:t>
            </a:r>
            <a:r>
              <a:rPr lang="en-US" dirty="0" err="1"/>
              <a:t>dichas</a:t>
            </a:r>
            <a:r>
              <a:rPr lang="en-US" dirty="0"/>
              <a:t> </a:t>
            </a:r>
            <a:r>
              <a:rPr lang="en-US" dirty="0" err="1"/>
              <a:t>mejoras</a:t>
            </a:r>
            <a:r>
              <a:rPr lang="en-US" dirty="0"/>
              <a:t> a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, de </a:t>
            </a:r>
            <a:r>
              <a:rPr lang="en-US" dirty="0" err="1"/>
              <a:t>modo</a:t>
            </a:r>
            <a:r>
              <a:rPr lang="en-US" dirty="0"/>
              <a:t> que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comunidad</a:t>
            </a:r>
            <a:r>
              <a:rPr lang="en-US" dirty="0"/>
              <a:t> se </a:t>
            </a:r>
            <a:r>
              <a:rPr lang="en-US" dirty="0" err="1"/>
              <a:t>beneficie</a:t>
            </a:r>
            <a:r>
              <a:rPr lang="en-US" dirty="0"/>
              <a:t> de </a:t>
            </a:r>
            <a:r>
              <a:rPr lang="en-US" dirty="0" err="1"/>
              <a:t>ello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8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Software libre</a:t>
            </a:r>
            <a:endParaRPr lang="es-ES_trad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US" sz="3600" i="1" dirty="0" smtClean="0"/>
              </a:p>
              <a:p>
                <a:pPr marL="0" indent="0" algn="ctr">
                  <a:buNone/>
                </a:pPr>
                <a:r>
                  <a:rPr lang="en-US" sz="3600" i="1" dirty="0" smtClean="0"/>
                  <a:t>software </a:t>
                </a:r>
                <a:r>
                  <a:rPr lang="en-US" sz="3600" dirty="0" err="1"/>
                  <a:t>libre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3600" dirty="0" smtClean="0"/>
                  <a:t> </a:t>
                </a:r>
                <a:r>
                  <a:rPr lang="en-US" sz="3600" b="1" dirty="0"/>
                  <a:t>software </a:t>
                </a:r>
                <a:r>
                  <a:rPr lang="en-US" sz="3600" b="1" dirty="0" err="1"/>
                  <a:t>gratuito</a:t>
                </a:r>
                <a:r>
                  <a:rPr lang="en-US" sz="3600" b="1" dirty="0"/>
                  <a:t> </a:t>
                </a:r>
                <a:endParaRPr lang="en-US" sz="3600" dirty="0"/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48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TIPOS DE </a:t>
            </a:r>
            <a:r>
              <a:rPr lang="en-US" b="1" dirty="0" smtClean="0"/>
              <a:t>LICENCIA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b="1" dirty="0" smtClean="0"/>
              <a:t>OEM</a:t>
            </a:r>
            <a:r>
              <a:rPr lang="es-ES_tradnl" dirty="0"/>
              <a:t> </a:t>
            </a:r>
            <a:r>
              <a:rPr lang="es-ES_tradnl" dirty="0"/>
              <a:t>su venta a que forme parte de un equipo nuevo, estando prohibido venderlo si no es bajo esta </a:t>
            </a:r>
            <a:r>
              <a:rPr lang="es-ES_tradnl" dirty="0" err="1"/>
              <a:t>condición</a:t>
            </a:r>
            <a:r>
              <a:rPr lang="es-ES_tradnl" dirty="0"/>
              <a:t>. </a:t>
            </a:r>
            <a:endParaRPr lang="es-ES_tradnl" dirty="0"/>
          </a:p>
          <a:p>
            <a:r>
              <a:rPr lang="es-ES_tradnl" b="1" dirty="0" err="1"/>
              <a:t>Retail</a:t>
            </a:r>
            <a:r>
              <a:rPr lang="es-ES_tradnl" dirty="0"/>
              <a:t>. </a:t>
            </a:r>
            <a:r>
              <a:rPr lang="es-ES_tradnl" dirty="0" smtClean="0"/>
              <a:t>El </a:t>
            </a:r>
            <a:r>
              <a:rPr lang="es-ES_tradnl" dirty="0"/>
              <a:t>programa es de la entera propiedad del usuario, pudiendo </a:t>
            </a:r>
            <a:r>
              <a:rPr lang="es-ES_tradnl" dirty="0" smtClean="0"/>
              <a:t>éste </a:t>
            </a:r>
            <a:r>
              <a:rPr lang="es-ES_tradnl" dirty="0"/>
              <a:t>cederlo libremente a terceros o venderlo. </a:t>
            </a:r>
            <a:endParaRPr lang="es-ES_tradnl" dirty="0"/>
          </a:p>
          <a:p>
            <a:r>
              <a:rPr lang="es-ES_tradnl" b="1" dirty="0"/>
              <a:t>Licencias por volumen </a:t>
            </a:r>
            <a:r>
              <a:rPr lang="es-ES_tradnl" dirty="0"/>
              <a:t>se venden en paquetes de </a:t>
            </a:r>
            <a:r>
              <a:rPr lang="es-ES_tradnl" i="1" dirty="0"/>
              <a:t>x </a:t>
            </a:r>
            <a:r>
              <a:rPr lang="es-ES_tradnl" dirty="0" err="1"/>
              <a:t>número</a:t>
            </a:r>
            <a:r>
              <a:rPr lang="es-ES_tradnl" dirty="0"/>
              <a:t> de licencias (por ejemplo, en paquetes de 25 licencias como </a:t>
            </a:r>
            <a:r>
              <a:rPr lang="es-ES_tradnl" dirty="0" err="1"/>
              <a:t>mínimo</a:t>
            </a:r>
            <a:r>
              <a:rPr lang="es-ES_tradnl" dirty="0"/>
              <a:t>). NO se puede ceder a </a:t>
            </a:r>
            <a:r>
              <a:rPr lang="es-ES_tradnl" dirty="0" smtClean="0"/>
              <a:t>terceros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79415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GESTORES DE ARRANQUE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n </a:t>
            </a:r>
            <a:r>
              <a:rPr lang="en-US" dirty="0" err="1"/>
              <a:t>pequeño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que se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completado</a:t>
            </a:r>
            <a:r>
              <a:rPr lang="en-US" dirty="0"/>
              <a:t> el </a:t>
            </a:r>
            <a:r>
              <a:rPr lang="en-US" b="1" dirty="0" err="1"/>
              <a:t>inicio</a:t>
            </a:r>
            <a:r>
              <a:rPr lang="en-US" b="1" dirty="0"/>
              <a:t> normal de la BIOS </a:t>
            </a:r>
            <a:r>
              <a:rPr lang="en-US" dirty="0"/>
              <a:t>y que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seleccionar</a:t>
            </a:r>
            <a:r>
              <a:rPr lang="en-US" dirty="0"/>
              <a:t> el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operativo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disponer</a:t>
            </a:r>
            <a:r>
              <a:rPr lang="en-US" dirty="0"/>
              <a:t> de </a:t>
            </a:r>
            <a:r>
              <a:rPr lang="en-US" dirty="0" err="1"/>
              <a:t>arranque</a:t>
            </a:r>
            <a:r>
              <a:rPr lang="en-US" dirty="0"/>
              <a:t> </a:t>
            </a:r>
            <a:r>
              <a:rPr lang="en-US" dirty="0" err="1"/>
              <a:t>múltiple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/>
              <a:t>NTLDR </a:t>
            </a:r>
            <a:r>
              <a:rPr lang="en-US" dirty="0"/>
              <a:t>(</a:t>
            </a:r>
            <a:r>
              <a:rPr lang="en-US" i="1" dirty="0"/>
              <a:t>NT Loader</a:t>
            </a:r>
            <a:r>
              <a:rPr lang="en-US" dirty="0"/>
              <a:t>) </a:t>
            </a:r>
            <a:r>
              <a:rPr lang="en-US" dirty="0" err="1"/>
              <a:t>directorio</a:t>
            </a:r>
            <a:r>
              <a:rPr lang="en-US" dirty="0"/>
              <a:t> </a:t>
            </a:r>
            <a:r>
              <a:rPr lang="en-US" dirty="0" err="1"/>
              <a:t>raíz</a:t>
            </a:r>
            <a:r>
              <a:rPr lang="en-US" dirty="0"/>
              <a:t> del disco del </a:t>
            </a:r>
            <a:r>
              <a:rPr lang="en-US" dirty="0" err="1"/>
              <a:t>sistema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Windows NT, Windows 2000, Windows XP y Windows Server 2003. </a:t>
            </a:r>
            <a:endParaRPr lang="en-US" dirty="0"/>
          </a:p>
          <a:p>
            <a:pPr lvl="1"/>
            <a:r>
              <a:rPr lang="en-US" dirty="0" err="1"/>
              <a:t>Requiere</a:t>
            </a:r>
            <a:r>
              <a:rPr lang="en-US" dirty="0"/>
              <a:t>, </a:t>
            </a:r>
            <a:r>
              <a:rPr lang="en-US" dirty="0" smtClean="0"/>
              <a:t>el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b="1" dirty="0" err="1" smtClean="0"/>
              <a:t>boot.ini</a:t>
            </a:r>
            <a:r>
              <a:rPr lang="en-US" b="1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en</a:t>
            </a:r>
            <a:r>
              <a:rPr lang="en-US" dirty="0" smtClean="0"/>
              <a:t> la </a:t>
            </a:r>
            <a:r>
              <a:rPr lang="en-US" dirty="0" err="1" smtClean="0"/>
              <a:t>raíz</a:t>
            </a:r>
            <a:r>
              <a:rPr lang="en-US" dirty="0" smtClean="0"/>
              <a:t>), </a:t>
            </a:r>
            <a:r>
              <a:rPr lang="en-US" dirty="0"/>
              <a:t>que </a:t>
            </a:r>
            <a:r>
              <a:rPr lang="en-US" dirty="0" err="1"/>
              <a:t>contiene</a:t>
            </a:r>
            <a:r>
              <a:rPr lang="en-US" dirty="0"/>
              <a:t> el menú de </a:t>
            </a:r>
            <a:r>
              <a:rPr lang="en-US" dirty="0" err="1"/>
              <a:t>opciones</a:t>
            </a:r>
            <a:r>
              <a:rPr lang="en-US" dirty="0"/>
              <a:t> de </a:t>
            </a:r>
            <a:r>
              <a:rPr lang="en-US" dirty="0" err="1"/>
              <a:t>inicio</a:t>
            </a:r>
            <a:r>
              <a:rPr lang="en-US" dirty="0"/>
              <a:t>, y el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b="1" dirty="0"/>
              <a:t>NTDETECT.COM</a:t>
            </a:r>
            <a:r>
              <a:rPr lang="en-US" dirty="0"/>
              <a:t>, que </a:t>
            </a:r>
            <a:r>
              <a:rPr lang="en-US" dirty="0" err="1"/>
              <a:t>es</a:t>
            </a:r>
            <a:r>
              <a:rPr lang="en-US" dirty="0"/>
              <a:t> el que se </a:t>
            </a:r>
            <a:r>
              <a:rPr lang="en-US" dirty="0" err="1"/>
              <a:t>encarga</a:t>
            </a:r>
            <a:r>
              <a:rPr lang="en-US" dirty="0"/>
              <a:t> de </a:t>
            </a:r>
            <a:r>
              <a:rPr lang="en-US" dirty="0" err="1"/>
              <a:t>iniciar</a:t>
            </a:r>
            <a:r>
              <a:rPr lang="en-US" dirty="0"/>
              <a:t> el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seleccionado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65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GESTORES DE ARRANQUE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Administrador</a:t>
            </a:r>
            <a:r>
              <a:rPr lang="en-US" b="1" dirty="0"/>
              <a:t> de </a:t>
            </a:r>
            <a:r>
              <a:rPr lang="en-US" b="1" dirty="0" err="1"/>
              <a:t>arranque</a:t>
            </a:r>
            <a:r>
              <a:rPr lang="en-US" b="1" dirty="0"/>
              <a:t> de Windows </a:t>
            </a:r>
            <a:r>
              <a:rPr lang="en-US" dirty="0"/>
              <a:t>(</a:t>
            </a:r>
            <a:r>
              <a:rPr lang="en-US" b="1" dirty="0" err="1"/>
              <a:t>Bootmgr</a:t>
            </a:r>
            <a:r>
              <a:rPr lang="en-US" dirty="0" smtClean="0"/>
              <a:t>)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directorio</a:t>
            </a:r>
            <a:r>
              <a:rPr lang="en-US" dirty="0"/>
              <a:t> </a:t>
            </a:r>
            <a:r>
              <a:rPr lang="en-US" dirty="0" err="1" smtClean="0"/>
              <a:t>raíz</a:t>
            </a:r>
            <a:r>
              <a:rPr lang="en-US" dirty="0" smtClean="0"/>
              <a:t> </a:t>
            </a:r>
            <a:r>
              <a:rPr lang="en-US" dirty="0"/>
              <a:t>del disco del </a:t>
            </a:r>
            <a:r>
              <a:rPr lang="en-US" dirty="0" err="1" smtClean="0"/>
              <a:t>sistema</a:t>
            </a:r>
            <a:r>
              <a:rPr lang="en-US" dirty="0" smtClean="0"/>
              <a:t> (</a:t>
            </a:r>
            <a:r>
              <a:rPr lang="en-US" dirty="0" err="1" smtClean="0"/>
              <a:t>normalmente</a:t>
            </a:r>
            <a:r>
              <a:rPr lang="en-US" dirty="0" smtClean="0"/>
              <a:t>). </a:t>
            </a:r>
          </a:p>
          <a:p>
            <a:pPr lvl="1"/>
            <a:r>
              <a:rPr lang="en-US" dirty="0" smtClean="0"/>
              <a:t>Windows </a:t>
            </a:r>
            <a:r>
              <a:rPr lang="en-US" dirty="0"/>
              <a:t>Vista, Windows </a:t>
            </a:r>
            <a:r>
              <a:rPr lang="en-US" dirty="0" smtClean="0"/>
              <a:t>7, </a:t>
            </a:r>
            <a:r>
              <a:rPr lang="en-US" dirty="0"/>
              <a:t>Windows Server </a:t>
            </a:r>
            <a:r>
              <a:rPr lang="en-US" dirty="0" smtClean="0"/>
              <a:t>2008 y Windows 10. </a:t>
            </a:r>
            <a:endParaRPr lang="en-US" dirty="0"/>
          </a:p>
          <a:p>
            <a:pPr lvl="1"/>
            <a:r>
              <a:rPr lang="en-US" dirty="0" err="1" smtClean="0"/>
              <a:t>Muestra</a:t>
            </a:r>
            <a:r>
              <a:rPr lang="en-US" dirty="0" smtClean="0"/>
              <a:t> </a:t>
            </a:r>
            <a:r>
              <a:rPr lang="en-US" dirty="0"/>
              <a:t>el menú </a:t>
            </a:r>
            <a:r>
              <a:rPr lang="en-US" dirty="0" err="1"/>
              <a:t>multiarranque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L</a:t>
            </a:r>
            <a:r>
              <a:rPr lang="en-US" dirty="0" smtClean="0"/>
              <a:t>lama </a:t>
            </a:r>
            <a:r>
              <a:rPr lang="en-US" dirty="0"/>
              <a:t>al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b="1" dirty="0" err="1"/>
              <a:t>WinLoad.exe</a:t>
            </a:r>
            <a:r>
              <a:rPr lang="en-US" b="1" dirty="0"/>
              <a:t> </a:t>
            </a:r>
            <a:r>
              <a:rPr lang="en-US" b="1" dirty="0" smtClean="0"/>
              <a:t>(</a:t>
            </a:r>
            <a:r>
              <a:rPr lang="en-US" i="1" dirty="0"/>
              <a:t>\</a:t>
            </a:r>
            <a:r>
              <a:rPr lang="en-US" i="1" dirty="0" smtClean="0"/>
              <a:t>Windows\system32</a:t>
            </a:r>
            <a:r>
              <a:rPr lang="en-US" b="1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El </a:t>
            </a:r>
            <a:r>
              <a:rPr lang="en-US" dirty="0" err="1" smtClean="0"/>
              <a:t>archivo</a:t>
            </a:r>
            <a:r>
              <a:rPr lang="en-US" dirty="0" smtClean="0"/>
              <a:t> </a:t>
            </a:r>
            <a:r>
              <a:rPr lang="en-US" b="1" dirty="0" err="1" smtClean="0"/>
              <a:t>ntoskrnl.exe</a:t>
            </a:r>
            <a:r>
              <a:rPr lang="en-US" dirty="0" smtClean="0"/>
              <a:t>, se </a:t>
            </a:r>
            <a:r>
              <a:rPr lang="en-US" dirty="0" err="1"/>
              <a:t>encargara</a:t>
            </a:r>
            <a:r>
              <a:rPr lang="en-US" dirty="0"/>
              <a:t>́ del resto del </a:t>
            </a:r>
            <a:r>
              <a:rPr lang="en-US" dirty="0" err="1"/>
              <a:t>arranque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 smtClean="0"/>
              <a:t>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93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GESTORES DE ARRANQUE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Lilo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Linux Loader</a:t>
            </a:r>
            <a:r>
              <a:rPr lang="en-US" dirty="0"/>
              <a:t>) </a:t>
            </a:r>
            <a:r>
              <a:rPr lang="en-US" dirty="0" smtClean="0"/>
              <a:t>gestor </a:t>
            </a:r>
            <a:r>
              <a:rPr lang="en-US" dirty="0"/>
              <a:t>de </a:t>
            </a:r>
            <a:r>
              <a:rPr lang="en-US" dirty="0" err="1"/>
              <a:t>arranque</a:t>
            </a:r>
            <a:r>
              <a:rPr lang="en-US" dirty="0"/>
              <a:t> de </a:t>
            </a:r>
            <a:r>
              <a:rPr lang="en-US" dirty="0" smtClean="0"/>
              <a:t>Linux.</a:t>
            </a:r>
          </a:p>
          <a:p>
            <a:pPr lvl="1"/>
            <a:r>
              <a:rPr lang="en-US" dirty="0" err="1"/>
              <a:t>P</a:t>
            </a:r>
            <a:r>
              <a:rPr lang="en-US" dirty="0" err="1" smtClean="0"/>
              <a:t>ermite</a:t>
            </a:r>
            <a:r>
              <a:rPr lang="en-US" dirty="0" smtClean="0"/>
              <a:t> </a:t>
            </a:r>
            <a:r>
              <a:rPr lang="en-US" dirty="0" err="1"/>
              <a:t>iniciar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operativo</a:t>
            </a:r>
            <a:r>
              <a:rPr lang="en-US" dirty="0"/>
              <a:t> junto con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plataformas</a:t>
            </a:r>
            <a:r>
              <a:rPr lang="en-US" dirty="0"/>
              <a:t> (</a:t>
            </a:r>
            <a:r>
              <a:rPr lang="en-US" dirty="0" err="1"/>
              <a:t>como</a:t>
            </a:r>
            <a:r>
              <a:rPr lang="en-US" dirty="0"/>
              <a:t> Windows) que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ordenador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err="1" smtClean="0"/>
              <a:t>Funciona</a:t>
            </a:r>
            <a:r>
              <a:rPr lang="en-US" dirty="0" smtClean="0"/>
              <a:t> con </a:t>
            </a:r>
            <a:r>
              <a:rPr lang="en-US" dirty="0" err="1" smtClean="0"/>
              <a:t>varios</a:t>
            </a:r>
            <a:r>
              <a:rPr lang="en-US" dirty="0" smtClean="0"/>
              <a:t> </a:t>
            </a:r>
            <a:r>
              <a:rPr lang="en-US" dirty="0" err="1" smtClean="0"/>
              <a:t>sistemas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archivos</a:t>
            </a:r>
            <a:r>
              <a:rPr lang="en-US" dirty="0"/>
              <a:t> y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arrancar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operativo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disco </a:t>
            </a:r>
            <a:r>
              <a:rPr lang="en-US" dirty="0" err="1"/>
              <a:t>duro</a:t>
            </a:r>
            <a:r>
              <a:rPr lang="en-US" dirty="0"/>
              <a:t> o </a:t>
            </a:r>
            <a:r>
              <a:rPr lang="en-US" dirty="0" err="1"/>
              <a:t>desde</a:t>
            </a:r>
            <a:r>
              <a:rPr lang="en-US" dirty="0"/>
              <a:t> un disco flexible </a:t>
            </a:r>
            <a:r>
              <a:rPr lang="en-US" dirty="0" err="1"/>
              <a:t>externo</a:t>
            </a:r>
            <a:r>
              <a:rPr lang="en-US" dirty="0" smtClean="0"/>
              <a:t>.</a:t>
            </a:r>
          </a:p>
          <a:p>
            <a:r>
              <a:rPr lang="en-US" b="1" dirty="0"/>
              <a:t>Grub. </a:t>
            </a:r>
            <a:r>
              <a:rPr lang="en-US" dirty="0" err="1" smtClean="0"/>
              <a:t>más</a:t>
            </a:r>
            <a:r>
              <a:rPr lang="en-US" dirty="0" smtClean="0"/>
              <a:t> </a:t>
            </a:r>
            <a:r>
              <a:rPr lang="en-US" dirty="0" err="1"/>
              <a:t>moderno</a:t>
            </a:r>
            <a:r>
              <a:rPr lang="en-US" dirty="0"/>
              <a:t> y flexible que </a:t>
            </a:r>
            <a:r>
              <a:rPr lang="en-US" dirty="0" err="1"/>
              <a:t>Lilo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/>
              <a:t>que el </a:t>
            </a:r>
            <a:r>
              <a:rPr lang="en-US" dirty="0" err="1"/>
              <a:t>administrador</a:t>
            </a:r>
            <a:r>
              <a:rPr lang="en-US" dirty="0"/>
              <a:t> </a:t>
            </a:r>
            <a:r>
              <a:rPr lang="en-US" dirty="0" err="1"/>
              <a:t>ejecute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 </a:t>
            </a:r>
            <a:r>
              <a:rPr lang="en-US" dirty="0" err="1"/>
              <a:t>línea</a:t>
            </a:r>
            <a:r>
              <a:rPr lang="en-US" dirty="0"/>
              <a:t> de </a:t>
            </a:r>
            <a:r>
              <a:rPr lang="en-US" dirty="0" err="1"/>
              <a:t>comando</a:t>
            </a:r>
            <a:r>
              <a:rPr lang="en-US" dirty="0"/>
              <a:t> de Grub. </a:t>
            </a:r>
            <a:endParaRPr lang="en-US" dirty="0" smtClean="0"/>
          </a:p>
          <a:p>
            <a:pPr lvl="1"/>
            <a:r>
              <a:rPr lang="en-US" dirty="0" err="1"/>
              <a:t>I</a:t>
            </a:r>
            <a:r>
              <a:rPr lang="en-US" dirty="0" err="1" smtClean="0"/>
              <a:t>nterfaz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usuario</a:t>
            </a:r>
            <a:r>
              <a:rPr lang="en-US" dirty="0"/>
              <a:t> 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interfaz</a:t>
            </a:r>
            <a:r>
              <a:rPr lang="en-US" dirty="0"/>
              <a:t> de </a:t>
            </a:r>
            <a:r>
              <a:rPr lang="en-US" dirty="0" err="1"/>
              <a:t>línea</a:t>
            </a:r>
            <a:r>
              <a:rPr lang="en-US" dirty="0"/>
              <a:t> de </a:t>
            </a:r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flexible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76304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62</TotalTime>
  <Words>651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Cambria Math</vt:lpstr>
      <vt:lpstr>Gill Sans MT</vt:lpstr>
      <vt:lpstr>Arial</vt:lpstr>
      <vt:lpstr>Parcel</vt:lpstr>
      <vt:lpstr>Clasificación de los SO</vt:lpstr>
      <vt:lpstr>Por el servicio ofrecido</vt:lpstr>
      <vt:lpstr>Multiproceso</vt:lpstr>
      <vt:lpstr>POR LA FORMA DE OFRECER LOS SERVICIOS</vt:lpstr>
      <vt:lpstr>POR SU DISPONIBILIDAD</vt:lpstr>
      <vt:lpstr>Software libre</vt:lpstr>
      <vt:lpstr>TIPOS DE LICENCIA</vt:lpstr>
      <vt:lpstr>GESTORES DE ARRANQUE</vt:lpstr>
      <vt:lpstr>GESTORES DE ARRANQUE</vt:lpstr>
      <vt:lpstr>GESTORES DE ARRANQUE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los SO</dc:title>
  <dc:creator>EDWIN GONZALO SALVADOR PESANTES</dc:creator>
  <cp:lastModifiedBy>EDWIN GONZALO SALVADOR PESANTES</cp:lastModifiedBy>
  <cp:revision>5</cp:revision>
  <dcterms:created xsi:type="dcterms:W3CDTF">2017-04-28T14:41:56Z</dcterms:created>
  <dcterms:modified xsi:type="dcterms:W3CDTF">2017-04-28T15:44:33Z</dcterms:modified>
</cp:coreProperties>
</file>